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" cy="4389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6366F1"/>
                </a:solidFill>
              </a:defRPr>
            </a:pPr>
            <a:r>
              <a:t>ACADEMIC MINOR PROJECT PRESENTATION</a:t>
            </a:r>
          </a:p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JOB CONNECT</a:t>
            </a:r>
          </a:p>
          <a:p>
            <a:pPr>
              <a:spcAft>
                <a:spcPts val="3600"/>
              </a:spcAft>
              <a:defRPr sz="2000">
                <a:solidFill>
                  <a:srgbClr val="CBD5E1"/>
                </a:solidFill>
              </a:defRPr>
            </a:pPr>
            <a:r>
              <a:t>Cloud-Native Recruitment Portal &amp; Applicant Tracking System (ATS)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Presented by: Samanvaya Vats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Tech Stack: React 18 (Vite) | Node.js Express | MongoDB Atlas | Clerk Auth | Cloudinary | Vercel &amp; Render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JOB CONNECT — MINOR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Motivation &amp;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E11D48"/>
                </a:solidFill>
              </a:defRPr>
            </a:pPr>
            <a:r>
              <a:t>Current Recruitment Inefficiencies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Fragmented Hiring Channels: Candidates apply across fragmented job boards with zero feedback on review progress.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Manual Application Tracking: Recruiters drown in spreadsheets, manual email filters, and unorganized resumes.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Cloud Container File Losses: Traditional disk-based file uploads trigger severe ENOENT crash errors on stateless cloud platforms.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Auth Vulnerabilities: Custom session tokens often lack modern MFA, OAuth federation, and secure token rotation.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The Job Connect Solution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✔ Unified Recruitment Ecosystem: Complete end-to-end recruitment suite for both job candidates and enterprise talent recruiters.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✔ Full-Lifecycle ATS Board: Real-time visual tracking from Applied -&gt; Reviewing -&gt; Shortlisted -&gt; Interview -&gt; Decision.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✔ Zero-Disk In-Memory File Engine: Seamless RAM buffer streaming to Cloudinary, completely eliminating disk ENOENT issues.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✔ Enterprise-Grade Clerk Security: Flawless SSO, OAuth authentication, JWT session validation, and auto-provisioning.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JOB CONNECT — MINOR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Architecture &amp; 3-Tier Cloud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4F46E5"/>
                </a:solidFill>
              </a:defRPr>
            </a:pPr>
            <a:r>
              <a:t>Client Tier (Frontend)</a:t>
            </a:r>
          </a:p>
          <a:p>
            <a:pPr>
              <a:spcAft>
                <a:spcPts val="1400"/>
              </a:spcAft>
              <a:defRPr sz="1000" b="1">
                <a:solidFill>
                  <a:srgbClr val="64748B"/>
                </a:solidFill>
              </a:defRPr>
            </a:pPr>
            <a:r>
              <a:t>Vercel Global Edge Network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React 18 Single Page Application (Vite)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Tailwind CSS with responsive mobile-first UI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Clerk React Provider &amp; Protected Routes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Axios with auto-attaching Clerk JWT interceptors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Lucide React Icons &amp; modern modal workflows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4F46E5"/>
                </a:solidFill>
              </a:defRPr>
            </a:pPr>
            <a:r>
              <a:t>Application Tier (REST API)</a:t>
            </a:r>
          </a:p>
          <a:p>
            <a:pPr>
              <a:spcAft>
                <a:spcPts val="1400"/>
              </a:spcAft>
              <a:defRPr sz="1000" b="1">
                <a:solidFill>
                  <a:srgbClr val="64748B"/>
                </a:solidFill>
              </a:defRPr>
            </a:pPr>
            <a:r>
              <a:t>Render Cloud Container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Node.js (ES Modules) &amp; Express.js REST API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Clerk Express Middleware session verification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Multer Memory Storage (zero disk I/O)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Cloudinary v2 API with Base64 fallback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Permissive, secured CORS for Vercel clients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4F46E5"/>
                </a:solidFill>
              </a:defRPr>
            </a:pPr>
            <a:r>
              <a:t>Data &amp; Identity Tier</a:t>
            </a:r>
          </a:p>
          <a:p>
            <a:pPr>
              <a:spcAft>
                <a:spcPts val="1400"/>
              </a:spcAft>
              <a:defRPr sz="1000" b="1">
                <a:solidFill>
                  <a:srgbClr val="64748B"/>
                </a:solidFill>
              </a:defRPr>
            </a:pPr>
            <a:r>
              <a:t>MongoDB Atlas &amp; Clerk Identity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MongoDB Atlas M0 Cloud Cluster (JSON documents)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Mongoose Schemas for Users, Jobs &amp; Applications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Clerk Identity Provider (OAuth, SSO, JWT)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Cloudinary Asset Cloud for Resumes &amp; Avatars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Distributed indexing on search &amp; foreign keys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JOB CONNECT — MINOR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Candidate Module: Discovery, Application &amp;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Multi-Criteria Job Discovery 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Advanced Search &amp; Filters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Live title and keyword search across postings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Filter by Experience (Fresher, 1-3 Yrs, 2-4 Yrs)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Filter by Job Type (Full-Time, Remote, Internship)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Salary indicators and verified company badges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One-Click Apply Modal 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Frictionless Application Flow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Prefills candidate credentials from profile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Upload new PDF/Doc resume into RAM directly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Optional custom cover letter submission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Instant validation avoiding duplicate submissions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ATS Application Tracker 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Transparent Candidate Dashboard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Visual stage tracker: Applied -&gt; Reviewing -&gt; Shortlisted -&gt; Interview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Color-coded badges with instant status updates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Withdraw application option before final decision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Full submission history log with employer notes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Candidate Profile Hub 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Interactive CV &amp; Avatar Builder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Educational degrees with institution &amp; percentage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Work experience timeline with job descriptions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Real-time avatar photo upload via Cloudinary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Instant profile sync with Clerk user accounts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JOB CONNECT — MINOR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Recruiter Dashboard &amp; Full ATS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Job Vacancy Publishing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Complete Job Lifecycle Management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Create detailed job postings with salary, location &amp; job type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Skills required tagging (React, Node, Mongo, Redis, Docker)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Toggle posting status between Active and Closed in real-time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Real-time applicant counter per posted vacancy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Applicant Evaluation Hub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Deep Candidate Inspection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Review full candidate profile, qualifications &amp; GPA history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Inspect verified candidate contact info (Email, Phone)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Read customized candidate cover letters per role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Direct 1-click preview of candidate resumes via Cloud CDN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ATS Pipeline State Transitions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Standardized Hiring Stages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Applied -&gt; Recruiter receives &amp; logs application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Reviewing -&gt; Resume undergoing evaluation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Shortlisted -&gt; Candidate selected for interviews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Interview Scheduled / Final Decision (Accepted / Rejected)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Recruiter Workspace Security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Role-Based Access Control (RBAC)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Strict authorization: Only job authors can review their applicants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Recruiters can add internal notes to applications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Prevents unauthorized status tampering across companies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Synchronized role switching between job_seeker &amp; recruiter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JOB CONNECT — MINOR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Security Architecture &amp; Zero-Disk Cloud Storage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F46E5"/>
                </a:solidFill>
              </a:defRPr>
            </a:pPr>
            <a:r>
              <a:t>Clerk Authentication &amp; Session Sync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🔒 Modern Identity Federation: Out-of-the-box Google OAuth, GitHub, Email/Password, and Multi-Factor Auth (MFA).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🔒 Stateless JWT Verification: Express middleware cryptographically validates Clerk session tokens on every API call.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🔒 Automatic Provisioning: First-time sign-ins auto-generate MongoDB User records without manual signup sync hurdles.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🔒 Role-Based Guards: Client &amp; server routes verify roles (job_seeker vs recruiter) before serving sensitive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Zero-Disk Memory Storage Engine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⚡ Elimination of ENOENT: Replaced vulnerable disk storage with multer.memoryStorage(), keeping files strictly in RAM.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⚡ Cloud-Native Stream: Directly converts RAM buffer into a Data URI and uploads to Cloudinary API over HTTPS.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⚡ Automatic Resource Typing: Configured resource_type: 'auto' so PDF resumes and image avatars parse smoothly.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⚡ Fail-Safe Database Fallback: If external CDN fails, stores Base64 Data URI into MongoDB so uploads never crash.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JOB CONNECT — MINOR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Database Schema Design (MongoDB Atlas)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4F46E5"/>
                </a:solidFill>
              </a:defRPr>
            </a:pPr>
            <a:r>
              <a:t>User Model</a:t>
            </a:r>
          </a:p>
          <a:p>
            <a:pPr>
              <a:spcAft>
                <a:spcPts val="1200"/>
              </a:spcAft>
              <a:defRPr sz="1000" b="1">
                <a:solidFill>
                  <a:srgbClr val="64748B"/>
                </a:solidFill>
              </a:defRPr>
            </a:pPr>
            <a:r>
              <a:t>Central Identity Collection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_id: ObjectId (Primary Key)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clerkId: String (Indexed, Unique)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email, userName, fullName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role: Enum ['job_seeker', 'recruiter']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phoneNumber, summary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avatar: String (CDN URL)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resume: String (CDN URL)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4F46E5"/>
                </a:solidFill>
              </a:defRPr>
            </a:pPr>
            <a:r>
              <a:t>Job Vacancy Model</a:t>
            </a:r>
          </a:p>
          <a:p>
            <a:pPr>
              <a:spcAft>
                <a:spcPts val="1200"/>
              </a:spcAft>
              <a:defRPr sz="1000" b="1">
                <a:solidFill>
                  <a:srgbClr val="64748B"/>
                </a:solidFill>
              </a:defRPr>
            </a:pPr>
            <a:r>
              <a:t>Job Posting Entity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_id: ObjectId (Primary Key)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userId: Ref -&gt; User (Recruiter)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title, companyName, location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jobType: Full-Time / Remote / Intern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experienceRequired: Fresher / 1-3 Yrs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salary: String range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skillsRequired: Array of Strings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status: 'Active' | 'Closed'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4F46E5"/>
                </a:solidFill>
              </a:defRPr>
            </a:pPr>
            <a:r>
              <a:t>Application Model</a:t>
            </a:r>
          </a:p>
          <a:p>
            <a:pPr>
              <a:spcAft>
                <a:spcPts val="1200"/>
              </a:spcAft>
              <a:defRPr sz="1000" b="1">
                <a:solidFill>
                  <a:srgbClr val="64748B"/>
                </a:solidFill>
              </a:defRPr>
            </a:pPr>
            <a:r>
              <a:t>ATS Workflow Entity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_id: ObjectId (Primary Key)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jobId: Ref -&gt; Job (Vacancy)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userId: Ref -&gt; User (Applicant)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status: Enum [Applied, Reviewing, Shortlisted, Interview, Accepted, Rejected]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qualification, experience: String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coverLetter, resumeUrl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notes: String (Recruiter notes)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JOB CONNECT — MINOR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Live Cloud Deployment &amp; Production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F46E5"/>
                </a:solidFill>
              </a:defRPr>
            </a:pPr>
            <a:r>
              <a:t>Production Cloud Deployment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Live Frontend (Vercel):</a:t>
            </a:r>
          </a:p>
          <a:p>
            <a:pPr>
              <a:defRPr sz="950" b="1">
                <a:solidFill>
                  <a:srgbClr val="4F46E5"/>
                </a:solidFill>
              </a:defRPr>
            </a:pPr>
            <a:r>
              <a:t>https://job-connect-omega-three.vercel.app/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- Global edge CDN distribution with SPA routing rewrites.</a:t>
            </a:r>
          </a:p>
          <a:p>
            <a:pPr>
              <a:defRPr sz="1000">
                <a:solidFill>
                  <a:srgbClr val="64748B"/>
                </a:solidFill>
              </a:defRPr>
            </a:pP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Live Backend API (Render):</a:t>
            </a:r>
          </a:p>
          <a:p>
            <a:pPr>
              <a:defRPr sz="950" b="1">
                <a:solidFill>
                  <a:srgbClr val="4F46E5"/>
                </a:solidFill>
              </a:defRPr>
            </a:pPr>
            <a:r>
              <a:t>https://job-connect-api-8w32.onrender.com/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- Linux container service with auto-monitoring &amp; CORS enabled.</a:t>
            </a:r>
          </a:p>
          <a:p>
            <a:pPr>
              <a:defRPr sz="1000">
                <a:solidFill>
                  <a:srgbClr val="64748B"/>
                </a:solidFill>
              </a:defRPr>
            </a:pP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MongoDB Atlas M0 Cluster: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cluster0.opgt5ai.mongodb.net/jobconnect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- Multi-tenant cloud cluster with automated daily backups.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Live Verification Status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Health Check Active: /api/health reports build v1.2.0-memory-storage &amp; storage: memoryStorage.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Cloudinary Connected: Environment credentials validated with live Cloudinary ping success.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File Upload Verified: Live avatar &amp; resume uploads returning HTTP 200 OK with secure Cloudinary asset URLs.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Seeded Job Openings: 8 verified enterprise job vacancies populated (Razorpay, Microsoft, Swiggy, CRED, Stripe, Zomato).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Cross-Origin Security: Configured CORS for vercel.app domains prevents unauthorized API spoofing.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JOB CONNECT — MINOR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Technical Results &amp; Key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F46E5"/>
                </a:solidFill>
              </a:defRPr>
            </a:pPr>
            <a:r>
              <a:t>100%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Cloud Native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Stateless memory storage eliminating container disk failures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F46E5"/>
                </a:solidFill>
              </a:defRPr>
            </a:pPr>
            <a:r>
              <a:t>8+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Seed Vacancies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Live vacancies across Top Tech companies ready for testing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F46E5"/>
                </a:solidFill>
              </a:defRPr>
            </a:pPr>
            <a:r>
              <a:t>6 Stages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ATS Lifecycle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From Applied to Review, Shortlist, Interview, and Offer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46304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60020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F46E5"/>
                </a:solidFill>
              </a:defRPr>
            </a:pPr>
            <a:r>
              <a:t>&lt;150ms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API Response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Low-latency REST endpoints indexed on MongoDB Atlas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6984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Key Engineering Highlights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★ Modern Component Architecture: 10+ modular React pages with reusable Lucide icon badges and dynamic state management.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★ Clerk Auth Migration: Successfully transitioned from legacy custom JWT cookies to Clerk enterprise authentication.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★ Automated Seed Script: Fully automated Node script seeding realistic tech jobs with exact industry compensation and skills.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★ Production Hardened: Complete error handling with descriptive fallback error messages surfaced directly in the frontend UI.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ROADMAP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Scope &amp; Project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6366F1"/>
                </a:solidFill>
              </a:defRPr>
            </a:pPr>
            <a:r>
              <a:t>Future Enhancements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🚀 AI Resume Parsing (LLM): Auto-extract candidate skills and calculate match % scores against job requirements.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🚀 Real-Time WebSocket Notifications: Instant live alerts when recruiters advance an applicant's ATS status.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🚀 In-Platform Video Interviewing: WebRTC integration for direct, seamless interviews within the dashboard.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🚀 Recruiter Analytics: Automated funnel graphs, time-to-hire statistics, and applicant demographic charts.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0B981"/>
                </a:solidFill>
              </a:defRPr>
            </a:pPr>
            <a:r>
              <a:t>Conclusion &amp; Academic Takeaways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✔ Comprehensive Project Scope: Built and deployed a production-ready ATS recruitment platform with high real-world utility.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✔ Mastery of Cloud Architectures: Gained hands-on expertise with distributed cloud services (Vercel, Render, Atlas, Clerk, Cloudinary).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✔ Solved Real Cloud Storage Obstacles: Mastered in-memory stream processing to conquer ephemeral cloud container limitations.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✔ Evaluation Ready: Codebase is fully documented, version-controlled, seeded with real data, and accessible live worldwide.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